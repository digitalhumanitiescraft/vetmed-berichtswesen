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notesMasterIdLst>
    <p:notesMasterId r:id="rId21"/>
  </p:notesMasterIdLst>
  <p:sldIdLst>
    <p:sldId id="420" r:id="rId7"/>
    <p:sldId id="500" r:id="rId8"/>
    <p:sldId id="560" r:id="rId9"/>
    <p:sldId id="557" r:id="rId10"/>
    <p:sldId id="550" r:id="rId11"/>
    <p:sldId id="541" r:id="rId12"/>
    <p:sldId id="542" r:id="rId13"/>
    <p:sldId id="543" r:id="rId14"/>
    <p:sldId id="532" r:id="rId15"/>
    <p:sldId id="547" r:id="rId16"/>
    <p:sldId id="509" r:id="rId17"/>
    <p:sldId id="518" r:id="rId18"/>
    <p:sldId id="519" r:id="rId19"/>
    <p:sldId id="358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E4C9"/>
    <a:srgbClr val="95D9BF"/>
    <a:srgbClr val="FFFF99"/>
    <a:srgbClr val="61C59F"/>
    <a:srgbClr val="FBEB75"/>
    <a:srgbClr val="FCF19C"/>
    <a:srgbClr val="FFFF66"/>
    <a:srgbClr val="F1DFDA"/>
    <a:srgbClr val="E4BFB4"/>
    <a:srgbClr val="D69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 showGuides="1">
      <p:cViewPr varScale="1">
        <p:scale>
          <a:sx n="74" d="100"/>
          <a:sy n="74" d="100"/>
        </p:scale>
        <p:origin x="101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BF8E9-A46A-2642-9643-BFF839EFE1E4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D712E-8CF6-3E4F-9F36-3AB62F68EA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03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11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									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38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167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118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Anmerkung: Abgebrochene scheinen aktuell nicht auf, da kein Start-/Enddatum angegeben ist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4681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09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Beigefügt sind alle Statusberichte, die mit roter oder gelber Ampel berichtet wurden. Zudem ist eine Auswahl an Statusberichten mit relevanten Anmerkungen zu Risiko oder Entscheidungsbedarf angehängt.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Die vollständige Sammlung aller Statusberichte ist im </a:t>
            </a:r>
            <a:r>
              <a:rPr lang="de-AT" dirty="0" err="1"/>
              <a:t>Veteasy</a:t>
            </a:r>
            <a:r>
              <a:rPr lang="de-AT" dirty="0"/>
              <a:t> abgelegt.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422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712E-8CF6-3E4F-9F36-3AB62F68EA9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646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A8C0932-4EF7-E146-882B-208683767324}"/>
              </a:ext>
            </a:extLst>
          </p:cNvPr>
          <p:cNvSpPr/>
          <p:nvPr userDrawn="1"/>
        </p:nvSpPr>
        <p:spPr>
          <a:xfrm>
            <a:off x="6696075" y="268288"/>
            <a:ext cx="2052638" cy="935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47D103B-55E5-F54F-ABC8-3E4D1A5959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3999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C8B4EEF-6130-8645-9B97-B10F08E05C78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395288" y="178930"/>
            <a:ext cx="1839600" cy="3024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  </a:t>
            </a:r>
          </a:p>
        </p:txBody>
      </p:sp>
      <p:sp>
        <p:nvSpPr>
          <p:cNvPr id="9" name="Vertikaler Textplatzhalter 4">
            <a:extLst>
              <a:ext uri="{FF2B5EF4-FFF2-40B4-BE49-F238E27FC236}">
                <a16:creationId xmlns:a16="http://schemas.microsoft.com/office/drawing/2014/main" id="{BCFB3C73-AFF3-ED47-BD6E-5B1C5554963B}"/>
              </a:ext>
            </a:extLst>
          </p:cNvPr>
          <p:cNvSpPr>
            <a:spLocks noGrp="1"/>
          </p:cNvSpPr>
          <p:nvPr>
            <p:ph type="body" orient="vert" sz="quarter" idx="21"/>
          </p:nvPr>
        </p:nvSpPr>
        <p:spPr>
          <a:xfrm rot="10800000">
            <a:off x="8748709" y="2571750"/>
            <a:ext cx="313098" cy="2476716"/>
          </a:xfrm>
        </p:spPr>
        <p:txBody>
          <a:bodyPr vert="eaVert" anchor="b" anchorCtr="0">
            <a:noAutofit/>
          </a:bodyPr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17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D82F3E1-75B7-9D40-8387-5E7B608C94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52093"/>
            <a:ext cx="6300787" cy="7556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F596466-98F6-AF43-921A-C5F241F1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139317"/>
            <a:ext cx="6300786" cy="612775"/>
          </a:xfrm>
        </p:spPr>
        <p:txBody>
          <a:bodyPr/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ECD7CF-136F-0241-8466-9313555472A1}"/>
              </a:ext>
            </a:extLst>
          </p:cNvPr>
          <p:cNvSpPr/>
          <p:nvPr userDrawn="1"/>
        </p:nvSpPr>
        <p:spPr>
          <a:xfrm>
            <a:off x="6696075" y="268288"/>
            <a:ext cx="2052638" cy="935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E971AAA-7DD1-284D-982A-C470126EAC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7" y="3003550"/>
            <a:ext cx="1800000" cy="68421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6D2F90BD-03EA-E242-833C-0F69789FDF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0" y="3003549"/>
            <a:ext cx="2159681" cy="68421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8FF744B-1783-E14C-8966-64E792D122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0" y="3002976"/>
            <a:ext cx="2124075" cy="68421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EDD9657-7060-7E47-AFA4-A91EA628C342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3687189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53602942-4CB6-CA4A-8DD8-4A649E9223ED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285822" y="3687763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A6380BE-4FE2-B24A-B2EF-EFD203A91085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4572000" y="3687763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6C974B48-5C54-F641-8E26-E414421F6747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858000" y="3687763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Vertikaler Textplatzhalter 4">
            <a:extLst>
              <a:ext uri="{FF2B5EF4-FFF2-40B4-BE49-F238E27FC236}">
                <a16:creationId xmlns:a16="http://schemas.microsoft.com/office/drawing/2014/main" id="{6EAF08D9-A594-5A48-B650-04E884B111D2}"/>
              </a:ext>
            </a:extLst>
          </p:cNvPr>
          <p:cNvSpPr>
            <a:spLocks noGrp="1"/>
          </p:cNvSpPr>
          <p:nvPr>
            <p:ph type="body" orient="vert" sz="quarter" idx="21"/>
          </p:nvPr>
        </p:nvSpPr>
        <p:spPr>
          <a:xfrm rot="10800000">
            <a:off x="8404260" y="3780890"/>
            <a:ext cx="662683" cy="1267576"/>
          </a:xfrm>
        </p:spPr>
        <p:txBody>
          <a:bodyPr vert="eaVert" anchor="b" anchorCtr="0">
            <a:noAutofit/>
          </a:bodyPr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BC8A647-FAB1-B2E5-CBEC-B9FE124D667F}"/>
              </a:ext>
            </a:extLst>
          </p:cNvPr>
          <p:cNvSpPr txBox="1"/>
          <p:nvPr userDrawn="1"/>
        </p:nvSpPr>
        <p:spPr>
          <a:xfrm>
            <a:off x="895546" y="4477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00604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23" userDrawn="1">
          <p15:clr>
            <a:srgbClr val="FBAE40"/>
          </p15:clr>
        </p15:guide>
        <p15:guide id="2" orient="horz" pos="18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DE4FB-0261-0B4D-AE40-F2D50A71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203325"/>
            <a:ext cx="6300787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E926D2-1434-EF40-8BD7-DE065043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CF455C-BEAB-A249-BE92-76D1B10B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F0F4B5A-C693-414E-A447-68B062B61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6962"/>
            <a:ext cx="8353425" cy="2379113"/>
          </a:xfrm>
        </p:spPr>
        <p:txBody>
          <a:bodyPr numCol="2" spcCol="72000"/>
          <a:lstStyle>
            <a:lvl1pPr marL="342900" indent="-342900">
              <a:buFont typeface="+mj-lt"/>
              <a:buAutoNum type="arabicPeriod"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6" name="Bildplatzhalter 5">
            <a:extLst>
              <a:ext uri="{FF2B5EF4-FFF2-40B4-BE49-F238E27FC236}">
                <a16:creationId xmlns:a16="http://schemas.microsoft.com/office/drawing/2014/main" id="{4CB67604-1427-F140-998C-F82FF0DE5F9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67" name="Bildplatzhalter 5">
            <a:extLst>
              <a:ext uri="{FF2B5EF4-FFF2-40B4-BE49-F238E27FC236}">
                <a16:creationId xmlns:a16="http://schemas.microsoft.com/office/drawing/2014/main" id="{2339367B-C5DA-AD4F-8802-CDD2132933F4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68" name="Bildplatzhalter 5">
            <a:extLst>
              <a:ext uri="{FF2B5EF4-FFF2-40B4-BE49-F238E27FC236}">
                <a16:creationId xmlns:a16="http://schemas.microsoft.com/office/drawing/2014/main" id="{1CC7A080-C89A-8C4A-94D9-CBEF49D5649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69" name="Bildplatzhalter 5">
            <a:extLst>
              <a:ext uri="{FF2B5EF4-FFF2-40B4-BE49-F238E27FC236}">
                <a16:creationId xmlns:a16="http://schemas.microsoft.com/office/drawing/2014/main" id="{93F6703C-E575-534F-8C8C-3E8333429B85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0" name="Bildplatzhalter 5">
            <a:extLst>
              <a:ext uri="{FF2B5EF4-FFF2-40B4-BE49-F238E27FC236}">
                <a16:creationId xmlns:a16="http://schemas.microsoft.com/office/drawing/2014/main" id="{F55D30A9-4553-C447-9558-29DEFABD1853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1" name="Bildplatzhalter 5">
            <a:extLst>
              <a:ext uri="{FF2B5EF4-FFF2-40B4-BE49-F238E27FC236}">
                <a16:creationId xmlns:a16="http://schemas.microsoft.com/office/drawing/2014/main" id="{534D2C17-7988-7140-8C31-660E354979B8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2" name="Bildplatzhalter 5">
            <a:extLst>
              <a:ext uri="{FF2B5EF4-FFF2-40B4-BE49-F238E27FC236}">
                <a16:creationId xmlns:a16="http://schemas.microsoft.com/office/drawing/2014/main" id="{55100FFB-CEC6-5943-B7C1-4B782DE6962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4" name="Vertikaler Textplatzhalter 4">
            <a:extLst>
              <a:ext uri="{FF2B5EF4-FFF2-40B4-BE49-F238E27FC236}">
                <a16:creationId xmlns:a16="http://schemas.microsoft.com/office/drawing/2014/main" id="{E93E8B18-77B0-2745-BCA9-3E1337618BB8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429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DE4FB-0261-0B4D-AE40-F2D50A71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203325"/>
            <a:ext cx="6300787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E926D2-1434-EF40-8BD7-DE065043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CF455C-BEAB-A249-BE92-76D1B10B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F0F4B5A-C693-414E-A447-68B062B61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6962"/>
            <a:ext cx="8353425" cy="2882351"/>
          </a:xfrm>
        </p:spPr>
        <p:txBody>
          <a:bodyPr numCol="2" spcCol="72000"/>
          <a:lstStyle>
            <a:lvl1pPr marL="342900" indent="-342900">
              <a:buFont typeface="+mj-lt"/>
              <a:buAutoNum type="arabicPeriod"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424839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DE4FB-0261-0B4D-AE40-F2D50A71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203325"/>
            <a:ext cx="6300787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E926D2-1434-EF40-8BD7-DE065043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CF455C-BEAB-A249-BE92-76D1B10B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F0F4B5A-C693-414E-A447-68B062B61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6300787" cy="2379055"/>
          </a:xfrm>
        </p:spPr>
        <p:txBody>
          <a:bodyPr numCol="1" spcCol="0"/>
          <a:lstStyle>
            <a:lvl1pPr marL="0" indent="0">
              <a:buFont typeface="+mj-lt"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D1C144B9-3A89-A84B-A1CC-5CC7F92EA196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82FEC996-C542-BB4E-9A69-B33330AB2B43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40F8E28-BC1A-1C4A-93FE-27AC5535337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5EF1A69F-5B94-F148-9ED1-E7A2A6045B6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9FF2E897-466E-0B44-94A1-A14AADD71E0E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410D56-701B-034C-93BD-9D8A68AB403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2A51F92A-CB50-D548-8A58-992404529203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Vertikaler Textplatzhalter 4">
            <a:extLst>
              <a:ext uri="{FF2B5EF4-FFF2-40B4-BE49-F238E27FC236}">
                <a16:creationId xmlns:a16="http://schemas.microsoft.com/office/drawing/2014/main" id="{8569FB58-D151-1643-BEC8-910A76A48085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1784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93625-5FE1-5E44-B57B-5D6FE0C2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B65A16-EF57-6942-A8B4-A6381AE57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156625-EC04-854B-9557-BB4C573E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3883259-1CA5-D643-AE5E-F17A2D660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6300787" cy="28822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245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CB505-0351-784A-A490-E4D15F86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ACD46F-5045-0C49-B4A8-E1852D21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E49352-523E-BE42-A349-B0392FA8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3E732CA-999E-AA40-AF9D-8E6F806F2E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6300787" cy="23790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EA7E5DE-5EA2-354D-9A16-920886B806A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93443B16-2E19-764E-822F-CD1C3F8F2AFD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EFA8707B-F59B-C248-A9F9-C85421B6167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3C9D439A-435E-FC41-A440-A7ADA3ACE04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E6A5792F-6B8C-0343-9B5B-5DBDD345D307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B84CA725-CD9D-0142-B859-D506E33C8182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600FC031-8740-9445-BBC7-7E70D19048AB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Vertikaler Textplatzhalter 4">
            <a:extLst>
              <a:ext uri="{FF2B5EF4-FFF2-40B4-BE49-F238E27FC236}">
                <a16:creationId xmlns:a16="http://schemas.microsoft.com/office/drawing/2014/main" id="{4DB50A6A-C69A-1743-A369-7F1C82304E27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8719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CB505-0351-784A-A490-E4D15F86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ACD46F-5045-0C49-B4A8-E1852D21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E49352-523E-BE42-A349-B0392FA8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3E732CA-999E-AA40-AF9D-8E6F806F2E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6300787" cy="28822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8997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+ Info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7BFE955A-A9D7-B347-B378-BD1F5DB8C5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96075" y="1816101"/>
            <a:ext cx="2051884" cy="2349760"/>
          </a:xfrm>
          <a:solidFill>
            <a:schemeClr val="bg1">
              <a:lumMod val="95000"/>
            </a:schemeClr>
          </a:solidFill>
        </p:spPr>
        <p:txBody>
          <a:bodyPr lIns="108000" tIns="216000" rIns="108000" bIns="108000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CF3875-6E8A-7042-9775-2531341E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3518B2-95A3-FA45-8EB5-1449A351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E3CFC7-5AFE-4B4E-8670-6C38A199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AD16A323-7045-7D46-96AB-536EB74088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5287" y="1777020"/>
            <a:ext cx="2880000" cy="2377086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EB0CE43E-E8DE-FB4B-8202-86C0D2C8F9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5681" y="1778989"/>
            <a:ext cx="2880000" cy="2377086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08CA75DD-CBF3-B448-AB33-012E73B6D5A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3D5FB949-CF1C-1745-80ED-7C377DDE9FA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879BE696-F50B-4342-BE21-746C36140BAF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A6663D6A-2E40-5E45-81F7-4F217EA61368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81D0E0EF-9BBC-0D47-9A19-FA54D2FAC743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8552CE8D-AF5B-7A4C-AC2D-CA78D1D8792C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84F7A936-E103-BC4F-A393-0B2189E285F9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Vertikaler Textplatzhalter 4">
            <a:extLst>
              <a:ext uri="{FF2B5EF4-FFF2-40B4-BE49-F238E27FC236}">
                <a16:creationId xmlns:a16="http://schemas.microsoft.com/office/drawing/2014/main" id="{C2E6AB67-AAA8-EE42-9F6B-646D8B3E125A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5038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+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7BFE955A-A9D7-B347-B378-BD1F5DB8C5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96075" y="1816100"/>
            <a:ext cx="2051884" cy="2843213"/>
          </a:xfrm>
          <a:solidFill>
            <a:schemeClr val="bg1">
              <a:lumMod val="95000"/>
            </a:schemeClr>
          </a:solidFill>
        </p:spPr>
        <p:txBody>
          <a:bodyPr lIns="108000" tIns="216000" rIns="108000" bIns="108000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CF3875-6E8A-7042-9775-2531341E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3518B2-95A3-FA45-8EB5-1449A351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E3CFC7-5AFE-4B4E-8670-6C38A199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AD16A323-7045-7D46-96AB-536EB74088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5287" y="1777020"/>
            <a:ext cx="2880000" cy="2882293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EB0CE43E-E8DE-FB4B-8202-86C0D2C8F9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5681" y="1778989"/>
            <a:ext cx="2880000" cy="2880324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72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Bild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929732-CE9F-9A40-8866-34CD8D9F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4032249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CBFB34-9A25-2A4A-99FE-347459ED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4D2521-D5D8-6F4D-995D-0402BD60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16D1088-79DD-B24C-92D7-1FE707C34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4032250" cy="237905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D36490F-0087-3445-9DF5-9A257AF3C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0" y="1816100"/>
            <a:ext cx="4176713" cy="233997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35AA772-F39F-A74B-816B-FF2F558FAE62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3C5EA3F7-D733-F548-B833-7BB4E49F4123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8786EB11-0171-3C43-BEAC-9F9A4690FB3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DE599E08-26BF-C04D-A2FA-133C03E38621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B026789E-94FC-A740-8674-753CA1D203B2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CA9EE13B-45BD-424E-A0EF-C4F716584A6F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231FC9CF-2C48-6342-8461-42D227F434B5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Vertikaler Textplatzhalter 4">
            <a:extLst>
              <a:ext uri="{FF2B5EF4-FFF2-40B4-BE49-F238E27FC236}">
                <a16:creationId xmlns:a16="http://schemas.microsoft.com/office/drawing/2014/main" id="{9C70EE49-D49B-FE4C-92E9-64E4E7DB4C27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Vertikaler Textplatzhalter 4">
            <a:extLst>
              <a:ext uri="{FF2B5EF4-FFF2-40B4-BE49-F238E27FC236}">
                <a16:creationId xmlns:a16="http://schemas.microsoft.com/office/drawing/2014/main" id="{10B2FCDC-DD78-1E42-8948-6A0E365E7892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748712" y="1816099"/>
            <a:ext cx="395288" cy="2345178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43015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929732-CE9F-9A40-8866-34CD8D9F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4032249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CBFB34-9A25-2A4A-99FE-347459ED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4D2521-D5D8-6F4D-995D-0402BD60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16D1088-79DD-B24C-92D7-1FE707C34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4032250" cy="28822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D36490F-0087-3445-9DF5-9A257AF3C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0" y="1816099"/>
            <a:ext cx="4176713" cy="28432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Vertikaler Textplatzhalter 4">
            <a:extLst>
              <a:ext uri="{FF2B5EF4-FFF2-40B4-BE49-F238E27FC236}">
                <a16:creationId xmlns:a16="http://schemas.microsoft.com/office/drawing/2014/main" id="{8D8E5A48-3743-F240-AD44-CA6CD03602F7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748712" y="1816099"/>
            <a:ext cx="395288" cy="2843211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3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Bilder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F1089-8F74-1048-A0A4-E640278E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4032249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D0C40B-2C77-134D-97C8-0E19DE20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20BE3C-9258-A14F-92A1-64EB39CE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2B17153-E652-3943-A5DF-104142FD55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84836"/>
            <a:ext cx="4032250" cy="237123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542E4D7-271E-B248-94C0-215309081E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3392" y="1816099"/>
            <a:ext cx="2052000" cy="113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4A84067-B89D-2646-B754-AB9A28F96D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7467" y="1816099"/>
            <a:ext cx="2052000" cy="113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978D8D5-EA4A-074E-A587-1E09C030E84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3022075"/>
            <a:ext cx="2052000" cy="113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A6D2FD1F-9BC6-644F-AE2F-247510DA18A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6713" y="3022075"/>
            <a:ext cx="2052000" cy="113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F11084A-3670-364A-9067-0B3E5E2B4FFA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733E71E6-CE5C-F348-AA27-E8D72B816001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2408D25F-7BBB-6F49-840C-83565F26610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F26FBC07-BCBB-C547-B612-471041E7D666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7" name="Bildplatzhalter 5">
            <a:extLst>
              <a:ext uri="{FF2B5EF4-FFF2-40B4-BE49-F238E27FC236}">
                <a16:creationId xmlns:a16="http://schemas.microsoft.com/office/drawing/2014/main" id="{F9A47E5C-3573-194B-BCB2-4F19E00AD99F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BF9752A2-2C5D-0346-9D63-854BCEF8FA9A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9" name="Bildplatzhalter 5">
            <a:extLst>
              <a:ext uri="{FF2B5EF4-FFF2-40B4-BE49-F238E27FC236}">
                <a16:creationId xmlns:a16="http://schemas.microsoft.com/office/drawing/2014/main" id="{48298DBD-E373-B441-9812-AA9BF9340BA7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20" name="Vertikaler Textplatzhalter 4">
            <a:extLst>
              <a:ext uri="{FF2B5EF4-FFF2-40B4-BE49-F238E27FC236}">
                <a16:creationId xmlns:a16="http://schemas.microsoft.com/office/drawing/2014/main" id="{0241EDDC-0B58-1247-9859-7877744AC4BD}"/>
              </a:ext>
            </a:extLst>
          </p:cNvPr>
          <p:cNvSpPr>
            <a:spLocks noGrp="1"/>
          </p:cNvSpPr>
          <p:nvPr>
            <p:ph type="body" orient="vert" sz="quarter" idx="25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Vertikaler Textplatzhalter 4">
            <a:extLst>
              <a:ext uri="{FF2B5EF4-FFF2-40B4-BE49-F238E27FC236}">
                <a16:creationId xmlns:a16="http://schemas.microsoft.com/office/drawing/2014/main" id="{73B0515E-B825-174B-8248-E85199EC15DB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748712" y="3022075"/>
            <a:ext cx="395288" cy="1139202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Vertikaler Textplatzhalter 4">
            <a:extLst>
              <a:ext uri="{FF2B5EF4-FFF2-40B4-BE49-F238E27FC236}">
                <a16:creationId xmlns:a16="http://schemas.microsoft.com/office/drawing/2014/main" id="{069FA002-4B59-514C-91FA-0F87FB3CEAB5}"/>
              </a:ext>
            </a:extLst>
          </p:cNvPr>
          <p:cNvSpPr>
            <a:spLocks noGrp="1"/>
          </p:cNvSpPr>
          <p:nvPr>
            <p:ph type="body" orient="vert" sz="quarter" idx="27"/>
          </p:nvPr>
        </p:nvSpPr>
        <p:spPr>
          <a:xfrm rot="10800000">
            <a:off x="8748713" y="1816100"/>
            <a:ext cx="395288" cy="1139202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3739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  <p15:guide id="2" pos="4173" userDrawn="1">
          <p15:clr>
            <a:srgbClr val="FBAE40"/>
          </p15:clr>
        </p15:guide>
        <p15:guide id="3" orient="horz" pos="166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F1089-8F74-1048-A0A4-E640278E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4032249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D0C40B-2C77-134D-97C8-0E19DE20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20BE3C-9258-A14F-92A1-64EB39CE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2B17153-E652-3943-A5DF-104142FD55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84836"/>
            <a:ext cx="4032250" cy="287447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542E4D7-271E-B248-94C0-215309081E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3392" y="1816099"/>
            <a:ext cx="2052000" cy="138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4A84067-B89D-2646-B754-AB9A28F96D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7467" y="1816099"/>
            <a:ext cx="2052000" cy="138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978D8D5-EA4A-074E-A587-1E09C030E84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754" y="3273313"/>
            <a:ext cx="2052000" cy="138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A6D2FD1F-9BC6-644F-AE2F-247510DA18A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6713" y="3273313"/>
            <a:ext cx="2052000" cy="138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Vertikaler Textplatzhalter 4">
            <a:extLst>
              <a:ext uri="{FF2B5EF4-FFF2-40B4-BE49-F238E27FC236}">
                <a16:creationId xmlns:a16="http://schemas.microsoft.com/office/drawing/2014/main" id="{A8D0B3B4-C6D2-9B41-B759-3D1200A63AD9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748711" y="3268352"/>
            <a:ext cx="395288" cy="1386002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Vertikaler Textplatzhalter 4">
            <a:extLst>
              <a:ext uri="{FF2B5EF4-FFF2-40B4-BE49-F238E27FC236}">
                <a16:creationId xmlns:a16="http://schemas.microsoft.com/office/drawing/2014/main" id="{C5F004E7-6298-B642-A589-80E1241E978F}"/>
              </a:ext>
            </a:extLst>
          </p:cNvPr>
          <p:cNvSpPr>
            <a:spLocks noGrp="1"/>
          </p:cNvSpPr>
          <p:nvPr>
            <p:ph type="body" orient="vert" sz="quarter" idx="27"/>
          </p:nvPr>
        </p:nvSpPr>
        <p:spPr>
          <a:xfrm rot="10800000">
            <a:off x="8748712" y="1811139"/>
            <a:ext cx="395288" cy="1385999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94271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  <p15:guide id="2" pos="4173" userDrawn="1">
          <p15:clr>
            <a:srgbClr val="FBAE40"/>
          </p15:clr>
        </p15:guide>
        <p15:guide id="3" orient="horz" pos="166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+ BU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EC046-63A1-EF48-A076-DDF6DA46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7B972A-E7A0-8041-9727-5F86F063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26EC31-A239-444D-B8DD-ACB22D0D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07778C2-C871-324A-B0F1-DFBF75E2940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95288" y="1816100"/>
            <a:ext cx="2700000" cy="172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A218A71-4DB2-1844-AADC-82270B3A155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222000" y="1816100"/>
            <a:ext cx="2700000" cy="172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F597B6C7-0AB1-A340-BCB6-FDDA5079ADDB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48713" y="1816099"/>
            <a:ext cx="2700000" cy="172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0DB45F9-4516-7446-B0D4-F37E5E8600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5288" y="3643313"/>
            <a:ext cx="2700337" cy="512762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3AE71F21-80B9-0A41-A453-5E61CB936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2000" y="3650725"/>
            <a:ext cx="2700337" cy="512762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852BE887-0C9A-194B-9D59-0488AD0610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712" y="3658137"/>
            <a:ext cx="2700337" cy="505350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42FD05F-9173-E84A-89F5-150417CFF3D1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8A78E5C1-9F82-2E49-BD3C-DE898279E99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7" name="Bildplatzhalter 5">
            <a:extLst>
              <a:ext uri="{FF2B5EF4-FFF2-40B4-BE49-F238E27FC236}">
                <a16:creationId xmlns:a16="http://schemas.microsoft.com/office/drawing/2014/main" id="{FA02CCF6-A5C8-0945-81F3-B3DCEB06EFBE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5A89363B-9FBB-8B4C-858C-5E9F90BDD9D0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9" name="Bildplatzhalter 5">
            <a:extLst>
              <a:ext uri="{FF2B5EF4-FFF2-40B4-BE49-F238E27FC236}">
                <a16:creationId xmlns:a16="http://schemas.microsoft.com/office/drawing/2014/main" id="{C3B82CE3-7CF7-C841-AB6C-35888A28E3C4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B012E3BC-31FA-8448-B49C-3BE86709C58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21" name="Bildplatzhalter 5">
            <a:extLst>
              <a:ext uri="{FF2B5EF4-FFF2-40B4-BE49-F238E27FC236}">
                <a16:creationId xmlns:a16="http://schemas.microsoft.com/office/drawing/2014/main" id="{7D65D276-7031-6C4E-9BB8-1B82DD2363B2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22" name="Vertikaler Textplatzhalter 4">
            <a:extLst>
              <a:ext uri="{FF2B5EF4-FFF2-40B4-BE49-F238E27FC236}">
                <a16:creationId xmlns:a16="http://schemas.microsoft.com/office/drawing/2014/main" id="{9AA8BB16-4FDC-F44E-91C7-997FC4164D46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Vertikaler Textplatzhalter 4">
            <a:extLst>
              <a:ext uri="{FF2B5EF4-FFF2-40B4-BE49-F238E27FC236}">
                <a16:creationId xmlns:a16="http://schemas.microsoft.com/office/drawing/2014/main" id="{C726F11B-6C18-3D4B-B2B3-3904CEFA486D}"/>
              </a:ext>
            </a:extLst>
          </p:cNvPr>
          <p:cNvSpPr>
            <a:spLocks noGrp="1"/>
          </p:cNvSpPr>
          <p:nvPr>
            <p:ph type="body" orient="vert" sz="quarter" idx="27"/>
          </p:nvPr>
        </p:nvSpPr>
        <p:spPr>
          <a:xfrm rot="10800000">
            <a:off x="8748712" y="1816100"/>
            <a:ext cx="395288" cy="1727999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98010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+ B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EC046-63A1-EF48-A076-DDF6DA46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7B972A-E7A0-8041-9727-5F86F063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26EC31-A239-444D-B8DD-ACB22D0D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07778C2-C871-324A-B0F1-DFBF75E2940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95288" y="1816100"/>
            <a:ext cx="2700000" cy="172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A218A71-4DB2-1844-AADC-82270B3A155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222000" y="1816100"/>
            <a:ext cx="2700000" cy="172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F597B6C7-0AB1-A340-BCB6-FDDA5079ADDB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48713" y="1816099"/>
            <a:ext cx="2700000" cy="172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0DB45F9-4516-7446-B0D4-F37E5E8600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5288" y="3643313"/>
            <a:ext cx="2700337" cy="1016000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3AE71F21-80B9-0A41-A453-5E61CB936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2000" y="3650725"/>
            <a:ext cx="2700337" cy="1016000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852BE887-0C9A-194B-9D59-0488AD0610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712" y="3658137"/>
            <a:ext cx="2700337" cy="1016000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Vertikaler Textplatzhalter 4">
            <a:extLst>
              <a:ext uri="{FF2B5EF4-FFF2-40B4-BE49-F238E27FC236}">
                <a16:creationId xmlns:a16="http://schemas.microsoft.com/office/drawing/2014/main" id="{728D1A1C-E964-4B4C-AED2-31CB35EFF328}"/>
              </a:ext>
            </a:extLst>
          </p:cNvPr>
          <p:cNvSpPr>
            <a:spLocks noGrp="1"/>
          </p:cNvSpPr>
          <p:nvPr>
            <p:ph type="body" orient="vert" sz="quarter" idx="26"/>
          </p:nvPr>
        </p:nvSpPr>
        <p:spPr>
          <a:xfrm rot="10800000">
            <a:off x="8748712" y="1816099"/>
            <a:ext cx="395288" cy="1727999"/>
          </a:xfrm>
          <a:noFill/>
        </p:spPr>
        <p:txBody>
          <a:bodyPr vert="eaVert" lIns="36000" tIns="0" rIns="36000" bIns="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17679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9B5AF-1EBD-AF4D-91EB-6654E15B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7C79E-3396-EA42-A823-8FD0092C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523595-FEE5-9C41-B852-545FCE6B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49DFF72E-EE38-D649-A618-F321CB643EC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95288" y="1816100"/>
            <a:ext cx="6300787" cy="2339975"/>
          </a:xfrm>
        </p:spPr>
        <p:txBody>
          <a:bodyPr/>
          <a:lstStyle/>
          <a:p>
            <a:r>
              <a:rPr lang="de-DE"/>
              <a:t>Tabelle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F86E40-FD34-2446-A13A-0DE77A4230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68800" y="2571750"/>
            <a:ext cx="1879914" cy="158432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72ABB3E5-8056-F040-ABC7-BF5A2BC84051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1B361162-B3C7-5445-B64C-C6B9F1B68397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17FA866A-58DE-2240-92AA-AB005405918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0280B682-ECA0-FD41-8788-4BCE4DA8CE7C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546DFEEF-BD00-D246-B99F-5DE92B739AD2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AF6678FC-FE16-B048-98F4-8D2C4795B168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59C0BB4C-85C2-8740-858B-CA46377D7EDC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Vertikaler Textplatzhalter 4">
            <a:extLst>
              <a:ext uri="{FF2B5EF4-FFF2-40B4-BE49-F238E27FC236}">
                <a16:creationId xmlns:a16="http://schemas.microsoft.com/office/drawing/2014/main" id="{A8E7335D-DE82-164E-AC70-641CCF75869A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2551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9B5AF-1EBD-AF4D-91EB-6654E15B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203325"/>
            <a:ext cx="8353424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7C79E-3396-EA42-A823-8FD0092C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523595-FEE5-9C41-B852-545FCE6B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49DFF72E-EE38-D649-A618-F321CB643EC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95288" y="1816100"/>
            <a:ext cx="8353425" cy="2843213"/>
          </a:xfrm>
        </p:spPr>
        <p:txBody>
          <a:bodyPr/>
          <a:lstStyle/>
          <a:p>
            <a:r>
              <a:rPr lang="de-DE"/>
              <a:t>Tabelle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F86E40-FD34-2446-A13A-0DE77A4230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8" y="4659313"/>
            <a:ext cx="6300787" cy="307975"/>
          </a:xfrm>
        </p:spPr>
        <p:txBody>
          <a:bodyPr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93819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9B5AF-1EBD-AF4D-91EB-6654E15B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203325"/>
            <a:ext cx="8353424" cy="612775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7C79E-3396-EA42-A823-8FD0092C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523595-FEE5-9C41-B852-545FCE6B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49DFF72E-EE38-D649-A618-F321CB643EC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95288" y="1816100"/>
            <a:ext cx="8353425" cy="2843213"/>
          </a:xfrm>
        </p:spPr>
        <p:txBody>
          <a:bodyPr/>
          <a:lstStyle/>
          <a:p>
            <a:r>
              <a:rPr lang="de-DE"/>
              <a:t>Tabelle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F86E40-FD34-2446-A13A-0DE77A4230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8" y="4659313"/>
            <a:ext cx="6300787" cy="307975"/>
          </a:xfrm>
        </p:spPr>
        <p:txBody>
          <a:bodyPr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7120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6357D-910B-D042-913F-1737F502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74A039-5344-604B-AFCF-CB695B7B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6BF8D6-DDED-6F42-AC26-D905CD41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FF0A4764-250A-6241-89B0-B5A36C0C15A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95288" y="1816100"/>
            <a:ext cx="6300787" cy="2339975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AT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6A3C70E2-E89E-784E-8B5F-5E67684DA0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68799" y="3848100"/>
            <a:ext cx="1879159" cy="307975"/>
          </a:xfrm>
        </p:spPr>
        <p:txBody>
          <a:bodyPr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44C69F68-54A2-C64E-A05B-6C152098D9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8799" y="1816100"/>
            <a:ext cx="1879159" cy="1845497"/>
          </a:xfrm>
          <a:noFill/>
        </p:spPr>
        <p:txBody>
          <a:bodyPr lIns="0" tIns="0" rIns="0" bIns="0" anchor="b" anchorCtr="0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202158BE-8722-AE45-9BE7-AF6A8F27CA5B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115C96C3-6639-E640-B9A2-7EB1F3B95722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9DBF970D-ACCA-5942-912C-24845C1609DE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80D11C64-B576-AB4F-B7ED-C2FA81395665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F5C5BFDF-6927-1C4F-A6BA-88CB93834011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F57D9F89-04CF-A944-8E36-C8274F5CD202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A0ED55DB-84E3-D342-AEEE-DCD7422881E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7" name="Vertikaler Textplatzhalter 4">
            <a:extLst>
              <a:ext uri="{FF2B5EF4-FFF2-40B4-BE49-F238E27FC236}">
                <a16:creationId xmlns:a16="http://schemas.microsoft.com/office/drawing/2014/main" id="{5B6308DE-3C9B-2F40-9C78-A2A691267B4A}"/>
              </a:ext>
            </a:extLst>
          </p:cNvPr>
          <p:cNvSpPr>
            <a:spLocks noGrp="1"/>
          </p:cNvSpPr>
          <p:nvPr>
            <p:ph type="body" orient="vert" sz="quarter" idx="25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93364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6357D-910B-D042-913F-1737F502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74A039-5344-604B-AFCF-CB695B7B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6BF8D6-DDED-6F42-AC26-D905CD41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FF0A4764-250A-6241-89B0-B5A36C0C15A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95288" y="1816100"/>
            <a:ext cx="6207879" cy="2843213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AT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6A3C70E2-E89E-784E-8B5F-5E67684DA0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8" y="4659313"/>
            <a:ext cx="6300787" cy="307975"/>
          </a:xfrm>
        </p:spPr>
        <p:txBody>
          <a:bodyPr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44C69F68-54A2-C64E-A05B-6C152098D9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96075" y="1816100"/>
            <a:ext cx="2051884" cy="2843213"/>
          </a:xfrm>
          <a:noFill/>
        </p:spPr>
        <p:txBody>
          <a:bodyPr lIns="0" tIns="0" rIns="0" bIns="0" anchor="b" anchorCtr="0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447140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ED4A0-E501-2049-9C65-9C4BECF7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4176712" cy="6127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95A2CA-E791-D04F-9008-9EBB6BDE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DDFB88-F3BD-DE4F-BDD7-2C072177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8EFDC3-327C-E14D-818E-1CE22A2B37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4034305" cy="23790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9E9284B4-006C-024B-BDAF-802184F559C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72000" y="1716374"/>
            <a:ext cx="4257207" cy="2223801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750FA6E7-6E7A-844F-B7EF-67431E4512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0" y="3940175"/>
            <a:ext cx="4175959" cy="215901"/>
          </a:xfrm>
        </p:spPr>
        <p:txBody>
          <a:bodyPr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AFF3F27-F16D-5E48-BFCF-71400CB2BBF2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E7C8331C-970C-9843-A95C-FA52A21FE15E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D8D74E2D-4248-A343-9E81-7A71A7DFEA8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5">
            <a:extLst>
              <a:ext uri="{FF2B5EF4-FFF2-40B4-BE49-F238E27FC236}">
                <a16:creationId xmlns:a16="http://schemas.microsoft.com/office/drawing/2014/main" id="{42596AC6-ADFF-C643-9BE0-645C90AFB415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AD26EC01-D437-BD4A-A56C-6F8794904D4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A06DD056-D4DB-9346-94AA-E678B00A10DD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A662AB47-9EF4-1949-8565-F1DD1EB0AA17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7" name="Vertikaler Textplatzhalter 4">
            <a:extLst>
              <a:ext uri="{FF2B5EF4-FFF2-40B4-BE49-F238E27FC236}">
                <a16:creationId xmlns:a16="http://schemas.microsoft.com/office/drawing/2014/main" id="{13E13A77-A8A6-3B47-A6F0-9DA87D39A525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40806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ED4A0-E501-2049-9C65-9C4BECF7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4176712" cy="6127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95A2CA-E791-D04F-9008-9EBB6BDE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DDFB88-F3BD-DE4F-BDD7-2C072177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8EFDC3-327C-E14D-818E-1CE22A2B37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1777020"/>
            <a:ext cx="4034305" cy="28822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9E9284B4-006C-024B-BDAF-802184F559C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72000" y="1716374"/>
            <a:ext cx="4257207" cy="2942940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750FA6E7-6E7A-844F-B7EF-67431E4512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0" y="4659313"/>
            <a:ext cx="4175959" cy="307975"/>
          </a:xfrm>
        </p:spPr>
        <p:txBody>
          <a:bodyPr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32796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Bilder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B2DA6-7879-6A48-AA0B-61B15C3F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780225-4007-8F4F-A23A-0EC41DB1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826BEA-3F74-1745-8220-DF3DDBF1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E1B9751-E1B8-E34D-9C16-B542B23E2C82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EEF3D0DE-035A-0645-A97D-1315F107CBAE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144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082F9B81-3CF6-F544-AA33-CBE4E72981B6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2896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D556734D-D057-8A4A-874C-BC494082DD77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344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34D3FE2E-CFBB-0D45-9C3A-E808CEF2D795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92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9C3B907E-219A-C943-BF51-061BE68EEF48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57240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6001387C-B56F-1643-B0CA-85C66DBC4771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868800" y="4474998"/>
            <a:ext cx="1144800" cy="66850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Vertikaler Textplatzhalter 4">
            <a:extLst>
              <a:ext uri="{FF2B5EF4-FFF2-40B4-BE49-F238E27FC236}">
                <a16:creationId xmlns:a16="http://schemas.microsoft.com/office/drawing/2014/main" id="{20D4562C-5A4D-B04B-86C9-455EF54CFD19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 rot="10800000">
            <a:off x="8013600" y="4474997"/>
            <a:ext cx="1130400" cy="668502"/>
          </a:xfrm>
          <a:solidFill>
            <a:schemeClr val="accent1"/>
          </a:solidFill>
        </p:spPr>
        <p:txBody>
          <a:bodyPr vert="eaVert" lIns="36000" tIns="54000" rIns="36000" bIns="36000" anchor="b" anchorCtr="0">
            <a:noAutofit/>
          </a:bodyPr>
          <a:lstStyle>
            <a:lvl1pPr marL="0" indent="0">
              <a:buNone/>
              <a:defRPr sz="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02780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B2DA6-7879-6A48-AA0B-61B15C3F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780225-4007-8F4F-A23A-0EC41DB1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826BEA-3F74-1745-8220-DF3DDBF1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858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 Bilderleis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25012AF-5694-F74B-B91D-60E4FFBB2E1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0" y="3687189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9B7F995F-DBB4-1245-BE1D-2D8B336B5BD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2285822" y="3687763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75EB482-E3D3-FB42-AE54-E0596E847023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2000" y="3687763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DAF4F6F6-206F-B14D-8233-B5D209789230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858000" y="3687763"/>
            <a:ext cx="2286000" cy="145573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F596466-98F6-AF43-921A-C5F241F1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6300785" cy="13684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E971AAA-7DD1-284D-982A-C470126EAC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426" y="1816100"/>
            <a:ext cx="4171395" cy="1584325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95C3CA-9749-2444-AB4C-FC9B82A30C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0CA8AD-D33C-054D-B7AA-0EE50600D20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14" name="Vertikaler Textplatzhalter 4">
            <a:extLst>
              <a:ext uri="{FF2B5EF4-FFF2-40B4-BE49-F238E27FC236}">
                <a16:creationId xmlns:a16="http://schemas.microsoft.com/office/drawing/2014/main" id="{C10D2070-5C9A-5B43-9BD2-038A20445D8C}"/>
              </a:ext>
            </a:extLst>
          </p:cNvPr>
          <p:cNvSpPr>
            <a:spLocks noGrp="1"/>
          </p:cNvSpPr>
          <p:nvPr>
            <p:ph type="body" orient="vert" sz="quarter" idx="23"/>
          </p:nvPr>
        </p:nvSpPr>
        <p:spPr>
          <a:xfrm rot="10800000">
            <a:off x="8404260" y="3780890"/>
            <a:ext cx="662683" cy="1267576"/>
          </a:xfrm>
        </p:spPr>
        <p:txBody>
          <a:bodyPr vert="eaVert" anchor="b" anchorCtr="0">
            <a:noAutofit/>
          </a:bodyPr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02411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23" userDrawn="1">
          <p15:clr>
            <a:srgbClr val="FBAE40"/>
          </p15:clr>
        </p15:guide>
        <p15:guide id="2" orient="horz" pos="214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F596466-98F6-AF43-921A-C5F241F1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203325"/>
            <a:ext cx="6300785" cy="13684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E971AAA-7DD1-284D-982A-C470126EAC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96074" y="2571750"/>
            <a:ext cx="2051883" cy="2087564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95C3CA-9749-2444-AB4C-FC9B82A30C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0CA8AD-D33C-054D-B7AA-0EE50600D20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7842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2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288" y="1203325"/>
            <a:ext cx="6300787" cy="6127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288" y="1816100"/>
            <a:ext cx="6300787" cy="2843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96075" y="454394"/>
            <a:ext cx="2052638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r>
              <a:rPr lang="de-DE"/>
              <a:t>Projektportfolio-Statusbericht TT.MM.JJJJ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96075" y="640897"/>
            <a:ext cx="2052637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 b="0" i="0">
                <a:solidFill>
                  <a:schemeClr val="tx1"/>
                </a:solidFill>
                <a:latin typeface="Courier" pitchFamily="2" charset="0"/>
              </a:defRPr>
            </a:lvl1pPr>
          </a:lstStyle>
          <a:p>
            <a:pPr algn="l"/>
            <a:r>
              <a:rPr lang="de-DE" dirty="0"/>
              <a:t>Seite </a:t>
            </a:r>
            <a:fld id="{5B1BB890-065A-4FD5-BE04-DEFB5852B062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C590E4-C524-2C42-AB6A-0FE97366EBA7}"/>
              </a:ext>
            </a:extLst>
          </p:cNvPr>
          <p:cNvSpPr txBox="1"/>
          <p:nvPr userDrawn="1"/>
        </p:nvSpPr>
        <p:spPr>
          <a:xfrm>
            <a:off x="6696075" y="252246"/>
            <a:ext cx="2052638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700" b="0" i="0" dirty="0">
                <a:latin typeface="Courier" pitchFamily="2" charset="0"/>
              </a:rPr>
              <a:t>Veterinärmedizinische Universität Wien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C56E0E-BEDC-004A-8314-012263895312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88" y="179388"/>
            <a:ext cx="18415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9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  <p:sldLayoutId id="2147483655" r:id="rId3"/>
    <p:sldLayoutId id="2147483672" r:id="rId4"/>
    <p:sldLayoutId id="2147483673" r:id="rId5"/>
    <p:sldLayoutId id="2147483657" r:id="rId6"/>
    <p:sldLayoutId id="2147483674" r:id="rId7"/>
    <p:sldLayoutId id="2147483656" r:id="rId8"/>
    <p:sldLayoutId id="2147483675" r:id="rId9"/>
    <p:sldLayoutId id="2147483670" r:id="rId10"/>
    <p:sldLayoutId id="2147483676" r:id="rId11"/>
    <p:sldLayoutId id="2147483658" r:id="rId12"/>
    <p:sldLayoutId id="2147483677" r:id="rId13"/>
    <p:sldLayoutId id="2147483659" r:id="rId14"/>
    <p:sldLayoutId id="2147483678" r:id="rId15"/>
    <p:sldLayoutId id="2147483669" r:id="rId16"/>
    <p:sldLayoutId id="2147483679" r:id="rId17"/>
    <p:sldLayoutId id="2147483666" r:id="rId18"/>
    <p:sldLayoutId id="2147483684" r:id="rId19"/>
    <p:sldLayoutId id="2147483680" r:id="rId20"/>
    <p:sldLayoutId id="2147483671" r:id="rId21"/>
    <p:sldLayoutId id="2147483681" r:id="rId22"/>
    <p:sldLayoutId id="2147483667" r:id="rId23"/>
    <p:sldLayoutId id="2147483682" r:id="rId24"/>
    <p:sldLayoutId id="2147483668" r:id="rId25"/>
    <p:sldLayoutId id="2147483683" r:id="rId26"/>
    <p:sldLayoutId id="2147483662" r:id="rId27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orient="horz" pos="169" userDrawn="1">
          <p15:clr>
            <a:srgbClr val="F26B43"/>
          </p15:clr>
        </p15:guide>
        <p15:guide id="3" orient="horz" pos="758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pos="249" userDrawn="1">
          <p15:clr>
            <a:srgbClr val="F26B43"/>
          </p15:clr>
        </p15:guide>
        <p15:guide id="6" pos="5511" userDrawn="1">
          <p15:clr>
            <a:srgbClr val="F26B43"/>
          </p15:clr>
        </p15:guide>
        <p15:guide id="7" orient="horz" pos="1144" userDrawn="1">
          <p15:clr>
            <a:srgbClr val="F26B43"/>
          </p15:clr>
        </p15:guide>
        <p15:guide id="8" pos="4218" userDrawn="1">
          <p15:clr>
            <a:srgbClr val="F26B43"/>
          </p15:clr>
        </p15:guide>
        <p15:guide id="9" orient="horz" pos="2935" userDrawn="1">
          <p15:clr>
            <a:srgbClr val="F26B43"/>
          </p15:clr>
        </p15:guide>
        <p15:guide id="10" orient="horz" pos="26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ildplatzhalter 27">
            <a:extLst>
              <a:ext uri="{FF2B5EF4-FFF2-40B4-BE49-F238E27FC236}">
                <a16:creationId xmlns:a16="http://schemas.microsoft.com/office/drawing/2014/main" id="{B65AA153-6BB9-1596-C454-B7BF3768314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92D2A9-A2BC-E14C-A9FB-00379D48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Projektportfolio LV-Vorhaben 2025-2027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F1F2E3-AD61-E944-825A-D53C02F345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6" y="3003550"/>
            <a:ext cx="4176713" cy="684213"/>
          </a:xfrm>
        </p:spPr>
        <p:txBody>
          <a:bodyPr/>
          <a:lstStyle/>
          <a:p>
            <a:r>
              <a:rPr lang="de-DE" dirty="0"/>
              <a:t>Vorname Nachname</a:t>
            </a:r>
          </a:p>
          <a:p>
            <a:r>
              <a:rPr lang="de-DE" dirty="0"/>
              <a:t>Universitäre Entwicklung und Steuerung</a:t>
            </a:r>
          </a:p>
          <a:p>
            <a:r>
              <a:rPr lang="de-AT" dirty="0"/>
              <a:t>Veterinärmedizinische Universität Wien</a:t>
            </a:r>
          </a:p>
          <a:p>
            <a:endParaRPr lang="de-DE" dirty="0"/>
          </a:p>
        </p:txBody>
      </p:sp>
      <p:sp>
        <p:nvSpPr>
          <p:cNvPr id="19" name="Vertikaler Textplatzhalter 18">
            <a:extLst>
              <a:ext uri="{FF2B5EF4-FFF2-40B4-BE49-F238E27FC236}">
                <a16:creationId xmlns:a16="http://schemas.microsoft.com/office/drawing/2014/main" id="{AA1F51B2-F510-57BD-F0AD-1586048D4D7F}"/>
              </a:ext>
            </a:extLst>
          </p:cNvPr>
          <p:cNvSpPr>
            <a:spLocks noGrp="1"/>
          </p:cNvSpPr>
          <p:nvPr>
            <p:ph type="body" orient="vert" sz="quarter" idx="21"/>
          </p:nvPr>
        </p:nvSpPr>
        <p:spPr>
          <a:xfrm rot="10800000">
            <a:off x="8571352" y="3780890"/>
            <a:ext cx="506181" cy="1267576"/>
          </a:xfrm>
        </p:spPr>
        <p:txBody>
          <a:bodyPr/>
          <a:lstStyle/>
          <a:p>
            <a:r>
              <a:rPr lang="de-AT" dirty="0"/>
              <a:t>Fotos: Stephanie Scholz/</a:t>
            </a:r>
            <a:r>
              <a:rPr lang="de-AT" dirty="0" err="1"/>
              <a:t>Vetmeduni</a:t>
            </a:r>
            <a:r>
              <a:rPr lang="de-AT" dirty="0"/>
              <a:t>, </a:t>
            </a:r>
          </a:p>
          <a:p>
            <a:r>
              <a:rPr lang="de-AT" dirty="0"/>
              <a:t>Michael Bernkopf/</a:t>
            </a:r>
            <a:r>
              <a:rPr lang="de-AT" dirty="0" err="1"/>
              <a:t>Vetmeduni</a:t>
            </a:r>
            <a:r>
              <a:rPr lang="de-AT" dirty="0"/>
              <a:t>, </a:t>
            </a:r>
          </a:p>
          <a:p>
            <a:r>
              <a:rPr lang="de-AT" dirty="0"/>
              <a:t>Thomas Suchanek/Vetmeduni, </a:t>
            </a:r>
            <a:br>
              <a:rPr lang="de-AT" dirty="0"/>
            </a:br>
            <a:r>
              <a:rPr lang="de-AT" dirty="0"/>
              <a:t>Niko </a:t>
            </a:r>
            <a:r>
              <a:rPr lang="de-AT" dirty="0" err="1"/>
              <a:t>Havranek</a:t>
            </a:r>
            <a:r>
              <a:rPr lang="de-AT" dirty="0"/>
              <a:t>/Vetmeduni</a:t>
            </a:r>
          </a:p>
        </p:txBody>
      </p:sp>
      <p:sp>
        <p:nvSpPr>
          <p:cNvPr id="28" name="Vertikaler Textplatzhalter 20">
            <a:extLst>
              <a:ext uri="{FF2B5EF4-FFF2-40B4-BE49-F238E27FC236}">
                <a16:creationId xmlns:a16="http://schemas.microsoft.com/office/drawing/2014/main" id="{AB3CC9F4-3D3D-DBB8-8E38-5401C09291EC}"/>
              </a:ext>
            </a:extLst>
          </p:cNvPr>
          <p:cNvSpPr txBox="1">
            <a:spLocks/>
          </p:cNvSpPr>
          <p:nvPr/>
        </p:nvSpPr>
        <p:spPr>
          <a:xfrm rot="10800000">
            <a:off x="8442430" y="4008781"/>
            <a:ext cx="434663" cy="1087201"/>
          </a:xfrm>
          <a:prstGeom prst="rect">
            <a:avLst/>
          </a:prstGeom>
        </p:spPr>
        <p:txBody>
          <a:bodyPr vert="eaVert" lIns="0" tIns="0" rIns="0" bIns="0" rtlCol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 dirty="0"/>
          </a:p>
        </p:txBody>
      </p:sp>
      <p:pic>
        <p:nvPicPr>
          <p:cNvPr id="20" name="Bildplatzhalter 3">
            <a:extLst>
              <a:ext uri="{FF2B5EF4-FFF2-40B4-BE49-F238E27FC236}">
                <a16:creationId xmlns:a16="http://schemas.microsoft.com/office/drawing/2014/main" id="{10C69448-558F-959A-AA28-8ABC46A0FAF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21" name="Bildplatzhalter 22">
            <a:extLst>
              <a:ext uri="{FF2B5EF4-FFF2-40B4-BE49-F238E27FC236}">
                <a16:creationId xmlns:a16="http://schemas.microsoft.com/office/drawing/2014/main" id="{8AAE4741-1ABF-ED17-1302-EC91D9C6B0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23" name="Bildplatzhalter 18">
            <a:extLst>
              <a:ext uri="{FF2B5EF4-FFF2-40B4-BE49-F238E27FC236}">
                <a16:creationId xmlns:a16="http://schemas.microsoft.com/office/drawing/2014/main" id="{8943DBC3-B7D2-85EA-139C-664EBDAB5D56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E351E3-4C0F-6EB4-B7D6-EA970A40A9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AT" sz="2000" i="1" dirty="0"/>
              <a:t>4. Quartal 2025 – Basis für LV-Monitoring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B20DE5D-A641-0FFA-FCD6-4A05830F6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AT" dirty="0"/>
              <a:t>März 2026</a:t>
            </a:r>
          </a:p>
        </p:txBody>
      </p:sp>
    </p:spTree>
    <p:extLst>
      <p:ext uri="{BB962C8B-B14F-4D97-AF65-F5344CB8AC3E}">
        <p14:creationId xmlns:p14="http://schemas.microsoft.com/office/powerpoint/2010/main" val="94406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DA7B44-A720-1C0E-9D6B-0554A42F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9" name="Tabellenplatzhalter 4">
            <a:extLst>
              <a:ext uri="{FF2B5EF4-FFF2-40B4-BE49-F238E27FC236}">
                <a16:creationId xmlns:a16="http://schemas.microsoft.com/office/drawing/2014/main" id="{24C74A1D-C7A6-BE93-0C2B-E6EE101B061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95287" y="1557868"/>
            <a:ext cx="8353425" cy="358563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AT" dirty="0"/>
              <a:t>Anmerkungen zum Portfolio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AT" dirty="0"/>
              <a:t>LV-Vorhaben Portfolioübersicht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AT" sz="1400" dirty="0"/>
              <a:t>Statusberichte</a:t>
            </a:r>
          </a:p>
          <a:p>
            <a:pPr>
              <a:spcAft>
                <a:spcPts val="600"/>
              </a:spcAft>
            </a:pPr>
            <a:endParaRPr lang="de-A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E44706B-4FF1-D82D-FCF9-5D6905BEEE1C}"/>
              </a:ext>
            </a:extLst>
          </p:cNvPr>
          <p:cNvSpPr/>
          <p:nvPr/>
        </p:nvSpPr>
        <p:spPr>
          <a:xfrm>
            <a:off x="395286" y="948864"/>
            <a:ext cx="7898109" cy="452907"/>
          </a:xfrm>
          <a:prstGeom prst="roundRect">
            <a:avLst/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b="1" dirty="0">
                <a:solidFill>
                  <a:schemeClr val="tx1"/>
                </a:solidFill>
              </a:rPr>
              <a:t>Agenda</a:t>
            </a:r>
          </a:p>
        </p:txBody>
      </p:sp>
      <p:pic>
        <p:nvPicPr>
          <p:cNvPr id="6" name="Grafik 5" descr="Pfotenabdrücke mit einfarbiger Füllung">
            <a:extLst>
              <a:ext uri="{FF2B5EF4-FFF2-40B4-BE49-F238E27FC236}">
                <a16:creationId xmlns:a16="http://schemas.microsoft.com/office/drawing/2014/main" id="{0F5F2620-20F2-BBAD-23A7-60AA3728C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1395" y="1003622"/>
            <a:ext cx="504000" cy="5040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D5C785E7-06C3-8199-6A00-CF4C5CFD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4101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92588E-2A40-3D04-2A28-ADB92A3B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4" y="454394"/>
            <a:ext cx="2197759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DA7B44-A720-1C0E-9D6B-0554A42F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3</a:t>
            </a:fld>
            <a:endParaRPr lang="de-DE" dirty="0"/>
          </a:p>
        </p:txBody>
      </p:sp>
      <p:sp>
        <p:nvSpPr>
          <p:cNvPr id="9" name="Tabellenplatzhalter 4">
            <a:extLst>
              <a:ext uri="{FF2B5EF4-FFF2-40B4-BE49-F238E27FC236}">
                <a16:creationId xmlns:a16="http://schemas.microsoft.com/office/drawing/2014/main" id="{24C74A1D-C7A6-BE93-0C2B-E6EE101B061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95287" y="1557868"/>
            <a:ext cx="8353425" cy="358563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Seit dem letzten Berichtstermin neu </a:t>
            </a:r>
            <a:r>
              <a:rPr lang="de-AT" sz="1600" b="1" dirty="0">
                <a:latin typeface="Arial" panose="020B0604020202020204" pitchFamily="34" charset="0"/>
                <a:cs typeface="Arial" panose="020B0604020202020204" pitchFamily="34" charset="0"/>
              </a:rPr>
              <a:t>abgeschlossen</a:t>
            </a: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>
              <a:spcAft>
                <a:spcPts val="600"/>
              </a:spcAft>
            </a:pPr>
            <a:endParaRPr lang="de-A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E44706B-4FF1-D82D-FCF9-5D6905BEEE1C}"/>
              </a:ext>
            </a:extLst>
          </p:cNvPr>
          <p:cNvSpPr/>
          <p:nvPr/>
        </p:nvSpPr>
        <p:spPr>
          <a:xfrm>
            <a:off x="395286" y="948864"/>
            <a:ext cx="7898109" cy="452907"/>
          </a:xfrm>
          <a:prstGeom prst="roundRect">
            <a:avLst/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b="1" dirty="0">
                <a:solidFill>
                  <a:schemeClr val="tx1"/>
                </a:solidFill>
              </a:rPr>
              <a:t>Anmerkungen</a:t>
            </a:r>
          </a:p>
        </p:txBody>
      </p:sp>
      <p:pic>
        <p:nvPicPr>
          <p:cNvPr id="6" name="Grafik 5" descr="Pfotenabdrücke mit einfarbiger Füllung">
            <a:extLst>
              <a:ext uri="{FF2B5EF4-FFF2-40B4-BE49-F238E27FC236}">
                <a16:creationId xmlns:a16="http://schemas.microsoft.com/office/drawing/2014/main" id="{0F5F2620-20F2-BBAD-23A7-60AA3728C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1395" y="1003622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89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DA7B44-A720-1C0E-9D6B-0554A42F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4</a:t>
            </a:fld>
            <a:endParaRPr lang="de-DE" dirty="0"/>
          </a:p>
        </p:txBody>
      </p:sp>
      <p:sp>
        <p:nvSpPr>
          <p:cNvPr id="9" name="Tabellenplatzhalter 4">
            <a:extLst>
              <a:ext uri="{FF2B5EF4-FFF2-40B4-BE49-F238E27FC236}">
                <a16:creationId xmlns:a16="http://schemas.microsoft.com/office/drawing/2014/main" id="{24C74A1D-C7A6-BE93-0C2B-E6EE101B061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95287" y="1401771"/>
            <a:ext cx="8353425" cy="374172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Angabe relevanter Informationen aus den Statusberichten, offener Fragestellungen, besonderen Risiken etc.</a:t>
            </a:r>
          </a:p>
          <a:p>
            <a:pPr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z.B. Begrenzte Aussagekraft der SAP Zahlen </a:t>
            </a:r>
          </a:p>
          <a:p>
            <a:pPr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Projektauftrag noch offen/offene Fragestellungen:</a:t>
            </a:r>
            <a:endParaRPr lang="de-AT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>
              <a:spcAft>
                <a:spcPts val="600"/>
              </a:spcAft>
            </a:pPr>
            <a:r>
              <a:rPr lang="de-AT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>
              <a:spcAft>
                <a:spcPts val="600"/>
              </a:spcAft>
            </a:pPr>
            <a:endParaRPr lang="de-A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endParaRPr lang="de-A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de-A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E44706B-4FF1-D82D-FCF9-5D6905BEEE1C}"/>
              </a:ext>
            </a:extLst>
          </p:cNvPr>
          <p:cNvSpPr/>
          <p:nvPr/>
        </p:nvSpPr>
        <p:spPr>
          <a:xfrm>
            <a:off x="395286" y="948864"/>
            <a:ext cx="7898109" cy="452907"/>
          </a:xfrm>
          <a:prstGeom prst="roundRect">
            <a:avLst/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b="1" dirty="0">
                <a:solidFill>
                  <a:schemeClr val="tx1"/>
                </a:solidFill>
              </a:rPr>
              <a:t>Anmerkungen</a:t>
            </a:r>
          </a:p>
        </p:txBody>
      </p:sp>
      <p:pic>
        <p:nvPicPr>
          <p:cNvPr id="6" name="Grafik 5" descr="Pfotenabdrücke mit einfarbiger Füllung">
            <a:extLst>
              <a:ext uri="{FF2B5EF4-FFF2-40B4-BE49-F238E27FC236}">
                <a16:creationId xmlns:a16="http://schemas.microsoft.com/office/drawing/2014/main" id="{0F5F2620-20F2-BBAD-23A7-60AA3728C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1395" y="1003622"/>
            <a:ext cx="504000" cy="5040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02B0D3E-1637-5101-2EE6-679B5448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003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5</a:t>
            </a:fld>
            <a:endParaRPr lang="de-DE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19405B9E-D91C-5421-BB62-A5EC0215A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5454E89-FAFD-B6E5-D176-77E7EEA16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8"/>
          <a:stretch/>
        </p:blipFill>
        <p:spPr>
          <a:xfrm>
            <a:off x="146649" y="827400"/>
            <a:ext cx="8850702" cy="436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6</a:t>
            </a:fld>
            <a:endParaRPr lang="de-DE" dirty="0"/>
          </a:p>
        </p:txBody>
      </p:sp>
      <p:sp>
        <p:nvSpPr>
          <p:cNvPr id="64" name="Fußzeilenplatzhalter 2">
            <a:extLst>
              <a:ext uri="{FF2B5EF4-FFF2-40B4-BE49-F238E27FC236}">
                <a16:creationId xmlns:a16="http://schemas.microsoft.com/office/drawing/2014/main" id="{6099FF37-87CD-4909-7316-1B33504C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45CD95-50DD-BE21-8330-61DF23CB0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23"/>
          <a:stretch/>
        </p:blipFill>
        <p:spPr>
          <a:xfrm>
            <a:off x="0" y="640897"/>
            <a:ext cx="9075147" cy="44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7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64DB2B9C-952B-BF42-D4F4-D7EECE10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1EA83DC-B852-3233-24F2-B4971BCB9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526"/>
            <a:ext cx="9144000" cy="352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2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8</a:t>
            </a:fld>
            <a:endParaRPr lang="de-DE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CEA7D30B-C544-6429-3BC2-E2E2EF5E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FCFD351-8615-9B1D-40A8-55949060A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034"/>
            <a:ext cx="9144000" cy="346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1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1DA9DDF4-D478-F2FC-9038-971805C9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4" y="454394"/>
            <a:ext cx="2341135" cy="180000"/>
          </a:xfrm>
        </p:spPr>
        <p:txBody>
          <a:bodyPr/>
          <a:lstStyle/>
          <a:p>
            <a:r>
              <a:rPr lang="de-DE" dirty="0"/>
              <a:t>Projektportfolio Q4.2025</a:t>
            </a:r>
          </a:p>
        </p:txBody>
      </p:sp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9</a:t>
            </a:fld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17E8B1D-6F8B-F728-86A2-3507836526B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23B0FD-C204-CE31-1F2A-1580892CA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2018"/>
            <a:ext cx="9144000" cy="88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7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10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55B025BC-3230-66DE-69C0-7624C2B7E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7CE40A8-5BDB-9853-6141-2AFA9D9F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3930"/>
            <a:ext cx="9144000" cy="209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8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ildplatzhalter 27">
            <a:extLst>
              <a:ext uri="{FF2B5EF4-FFF2-40B4-BE49-F238E27FC236}">
                <a16:creationId xmlns:a16="http://schemas.microsoft.com/office/drawing/2014/main" id="{B65AA153-6BB9-1596-C454-B7BF3768314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92D2A9-A2BC-E14C-A9FB-00379D48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139317"/>
            <a:ext cx="7131580" cy="884216"/>
          </a:xfrm>
        </p:spPr>
        <p:txBody>
          <a:bodyPr/>
          <a:lstStyle/>
          <a:p>
            <a:r>
              <a:rPr lang="de-DE" dirty="0"/>
              <a:t>Statusberichte (Auszug)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F1F2E3-AD61-E944-825A-D53C02F345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286" y="3003550"/>
            <a:ext cx="4176713" cy="684213"/>
          </a:xfrm>
        </p:spPr>
        <p:txBody>
          <a:bodyPr/>
          <a:lstStyle/>
          <a:p>
            <a:r>
              <a:rPr lang="de-DE" dirty="0"/>
              <a:t>Sabrina Laboureix</a:t>
            </a:r>
          </a:p>
          <a:p>
            <a:r>
              <a:rPr lang="de-DE" dirty="0"/>
              <a:t>Universitäre Entwicklung und Steuerung</a:t>
            </a:r>
          </a:p>
          <a:p>
            <a:r>
              <a:rPr lang="de-AT" dirty="0"/>
              <a:t>Veterinärmedizinische Universität Wien</a:t>
            </a:r>
          </a:p>
          <a:p>
            <a:endParaRPr lang="de-DE" dirty="0"/>
          </a:p>
        </p:txBody>
      </p:sp>
      <p:sp>
        <p:nvSpPr>
          <p:cNvPr id="19" name="Vertikaler Textplatzhalter 18">
            <a:extLst>
              <a:ext uri="{FF2B5EF4-FFF2-40B4-BE49-F238E27FC236}">
                <a16:creationId xmlns:a16="http://schemas.microsoft.com/office/drawing/2014/main" id="{AA1F51B2-F510-57BD-F0AD-1586048D4D7F}"/>
              </a:ext>
            </a:extLst>
          </p:cNvPr>
          <p:cNvSpPr>
            <a:spLocks noGrp="1"/>
          </p:cNvSpPr>
          <p:nvPr>
            <p:ph type="body" orient="vert" sz="quarter" idx="21"/>
          </p:nvPr>
        </p:nvSpPr>
        <p:spPr>
          <a:xfrm rot="10800000">
            <a:off x="8571352" y="3780890"/>
            <a:ext cx="506181" cy="1267576"/>
          </a:xfrm>
        </p:spPr>
        <p:txBody>
          <a:bodyPr/>
          <a:lstStyle/>
          <a:p>
            <a:r>
              <a:rPr lang="de-AT" dirty="0"/>
              <a:t>Fotos: Stephanie Scholz/</a:t>
            </a:r>
            <a:r>
              <a:rPr lang="de-AT" dirty="0" err="1"/>
              <a:t>Vetmeduni</a:t>
            </a:r>
            <a:r>
              <a:rPr lang="de-AT" dirty="0"/>
              <a:t>, </a:t>
            </a:r>
          </a:p>
          <a:p>
            <a:r>
              <a:rPr lang="de-AT" dirty="0"/>
              <a:t>Michael Bernkopf/</a:t>
            </a:r>
            <a:r>
              <a:rPr lang="de-AT" dirty="0" err="1"/>
              <a:t>Vetmeduni</a:t>
            </a:r>
            <a:r>
              <a:rPr lang="de-AT" dirty="0"/>
              <a:t>, </a:t>
            </a:r>
          </a:p>
          <a:p>
            <a:r>
              <a:rPr lang="de-AT" dirty="0"/>
              <a:t>Thomas Suchanek/Vetmeduni, </a:t>
            </a:r>
            <a:br>
              <a:rPr lang="de-AT" dirty="0"/>
            </a:br>
            <a:r>
              <a:rPr lang="de-AT" dirty="0"/>
              <a:t>Niko </a:t>
            </a:r>
            <a:r>
              <a:rPr lang="de-AT" dirty="0" err="1"/>
              <a:t>Havranek</a:t>
            </a:r>
            <a:r>
              <a:rPr lang="de-AT" dirty="0"/>
              <a:t>/Vetmeduni</a:t>
            </a:r>
          </a:p>
        </p:txBody>
      </p:sp>
      <p:sp>
        <p:nvSpPr>
          <p:cNvPr id="28" name="Vertikaler Textplatzhalter 20">
            <a:extLst>
              <a:ext uri="{FF2B5EF4-FFF2-40B4-BE49-F238E27FC236}">
                <a16:creationId xmlns:a16="http://schemas.microsoft.com/office/drawing/2014/main" id="{AB3CC9F4-3D3D-DBB8-8E38-5401C09291EC}"/>
              </a:ext>
            </a:extLst>
          </p:cNvPr>
          <p:cNvSpPr txBox="1">
            <a:spLocks/>
          </p:cNvSpPr>
          <p:nvPr/>
        </p:nvSpPr>
        <p:spPr>
          <a:xfrm rot="10800000">
            <a:off x="8442430" y="4008781"/>
            <a:ext cx="434663" cy="1087201"/>
          </a:xfrm>
          <a:prstGeom prst="rect">
            <a:avLst/>
          </a:prstGeom>
        </p:spPr>
        <p:txBody>
          <a:bodyPr vert="eaVert" lIns="0" tIns="0" rIns="0" bIns="0" rtlCol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 dirty="0"/>
          </a:p>
        </p:txBody>
      </p:sp>
      <p:pic>
        <p:nvPicPr>
          <p:cNvPr id="20" name="Bildplatzhalter 3">
            <a:extLst>
              <a:ext uri="{FF2B5EF4-FFF2-40B4-BE49-F238E27FC236}">
                <a16:creationId xmlns:a16="http://schemas.microsoft.com/office/drawing/2014/main" id="{10C69448-558F-959A-AA28-8ABC46A0FAF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21" name="Bildplatzhalter 22">
            <a:extLst>
              <a:ext uri="{FF2B5EF4-FFF2-40B4-BE49-F238E27FC236}">
                <a16:creationId xmlns:a16="http://schemas.microsoft.com/office/drawing/2014/main" id="{8AAE4741-1ABF-ED17-1302-EC91D9C6B0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23" name="Bildplatzhalter 18">
            <a:extLst>
              <a:ext uri="{FF2B5EF4-FFF2-40B4-BE49-F238E27FC236}">
                <a16:creationId xmlns:a16="http://schemas.microsoft.com/office/drawing/2014/main" id="{8943DBC3-B7D2-85EA-139C-664EBDAB5D56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E351E3-4C0F-6EB4-B7D6-EA970A40A9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8" y="2101848"/>
            <a:ext cx="6300787" cy="755650"/>
          </a:xfrm>
        </p:spPr>
        <p:txBody>
          <a:bodyPr/>
          <a:lstStyle/>
          <a:p>
            <a:r>
              <a:rPr lang="de-AT" sz="2000" i="1" dirty="0"/>
              <a:t>4. Quartal 2025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B20DE5D-A641-0FFA-FCD6-4A05830F6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AT" dirty="0"/>
              <a:t>März 2026</a:t>
            </a:r>
          </a:p>
        </p:txBody>
      </p:sp>
    </p:spTree>
    <p:extLst>
      <p:ext uri="{BB962C8B-B14F-4D97-AF65-F5344CB8AC3E}">
        <p14:creationId xmlns:p14="http://schemas.microsoft.com/office/powerpoint/2010/main" val="784342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12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F265549C-DB08-81C6-BB19-B1E3136A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E14D9BC-5401-1CCF-A4B7-85EB803FD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620"/>
            <a:ext cx="9144000" cy="305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18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EA84BB38-E704-D22E-9A44-A06D740C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40897"/>
            <a:ext cx="2052637" cy="180000"/>
          </a:xfrm>
        </p:spPr>
        <p:txBody>
          <a:bodyPr/>
          <a:lstStyle/>
          <a:p>
            <a:pPr algn="l"/>
            <a:r>
              <a:rPr lang="de-DE"/>
              <a:t>Seite </a:t>
            </a:r>
            <a:fld id="{5B1BB890-065A-4FD5-BE04-DEFB5852B062}" type="slidenum">
              <a:rPr lang="de-DE" smtClean="0"/>
              <a:pPr algn="l"/>
              <a:t>13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94969125-9CF5-9B7F-20E9-D4E08C73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6075" y="454394"/>
            <a:ext cx="2303992" cy="180000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346066B-26D0-75CC-3786-9EF8FB863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048"/>
            <a:ext cx="9144000" cy="313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1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platzhalter 27">
            <a:extLst>
              <a:ext uri="{FF2B5EF4-FFF2-40B4-BE49-F238E27FC236}">
                <a16:creationId xmlns:a16="http://schemas.microsoft.com/office/drawing/2014/main" id="{B1B73333-2220-2EFA-4B83-2471B98C329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AFE1F9AD-BB4E-F14A-9F31-929C828E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 für die Aufmerksamkeit!</a:t>
            </a:r>
            <a:endParaRPr lang="de-AT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87CAA37-A551-F644-AAC4-C6A4E53F064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696075" y="454393"/>
            <a:ext cx="2286000" cy="249613"/>
          </a:xfrm>
        </p:spPr>
        <p:txBody>
          <a:bodyPr/>
          <a:lstStyle/>
          <a:p>
            <a:r>
              <a:rPr lang="de-DE" dirty="0"/>
              <a:t>Projektportfolio Q4.2025 (LV-Monitoring)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DE1CC7B-3BF2-D447-B8A6-FBDC2964D12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r>
              <a:rPr lang="de-DE" dirty="0"/>
              <a:t>Seite </a:t>
            </a:r>
            <a:fld id="{5B1BB890-065A-4FD5-BE04-DEFB5852B062}" type="slidenum">
              <a:rPr lang="de-DE" smtClean="0"/>
              <a:pPr algn="l"/>
              <a:t>14</a:t>
            </a:fld>
            <a:endParaRPr lang="de-DE" dirty="0"/>
          </a:p>
        </p:txBody>
      </p:sp>
      <p:sp>
        <p:nvSpPr>
          <p:cNvPr id="6" name="Vertikaler Textplatzhalter 5">
            <a:extLst>
              <a:ext uri="{FF2B5EF4-FFF2-40B4-BE49-F238E27FC236}">
                <a16:creationId xmlns:a16="http://schemas.microsoft.com/office/drawing/2014/main" id="{B15D966C-4391-B645-9900-45205DEDDDFD}"/>
              </a:ext>
            </a:extLst>
          </p:cNvPr>
          <p:cNvSpPr>
            <a:spLocks noGrp="1"/>
          </p:cNvSpPr>
          <p:nvPr>
            <p:ph type="body" orient="vert" sz="quarter" idx="23"/>
          </p:nvPr>
        </p:nvSpPr>
        <p:spPr>
          <a:xfrm rot="10800000">
            <a:off x="8432612" y="3780890"/>
            <a:ext cx="662683" cy="1267576"/>
          </a:xfrm>
        </p:spPr>
        <p:txBody>
          <a:bodyPr/>
          <a:lstStyle/>
          <a:p>
            <a:r>
              <a:rPr lang="de-AT" dirty="0"/>
              <a:t>Fotos: Stephanie Scholz/</a:t>
            </a:r>
            <a:r>
              <a:rPr lang="de-AT" dirty="0" err="1"/>
              <a:t>Vetmeduni</a:t>
            </a:r>
            <a:r>
              <a:rPr lang="de-AT" dirty="0"/>
              <a:t>, </a:t>
            </a:r>
          </a:p>
          <a:p>
            <a:r>
              <a:rPr lang="de-AT" dirty="0"/>
              <a:t>Michael Bernkopf/</a:t>
            </a:r>
            <a:r>
              <a:rPr lang="de-AT" dirty="0" err="1"/>
              <a:t>Vetmeduni</a:t>
            </a:r>
            <a:r>
              <a:rPr lang="de-AT" dirty="0"/>
              <a:t>, </a:t>
            </a:r>
          </a:p>
          <a:p>
            <a:r>
              <a:rPr lang="de-AT" dirty="0"/>
              <a:t>Thomas Suchanek/</a:t>
            </a:r>
            <a:r>
              <a:rPr lang="de-AT" dirty="0" err="1"/>
              <a:t>Vetmeduni</a:t>
            </a:r>
            <a:r>
              <a:rPr lang="de-AT" dirty="0"/>
              <a:t>, </a:t>
            </a:r>
            <a:br>
              <a:rPr lang="de-AT" dirty="0"/>
            </a:br>
            <a:r>
              <a:rPr lang="de-AT" dirty="0"/>
              <a:t>Niko </a:t>
            </a:r>
            <a:r>
              <a:rPr lang="de-AT" dirty="0" err="1"/>
              <a:t>Havranek</a:t>
            </a:r>
            <a:r>
              <a:rPr lang="de-AT" dirty="0"/>
              <a:t>/</a:t>
            </a:r>
            <a:r>
              <a:rPr lang="de-AT" dirty="0" err="1"/>
              <a:t>Vetmeduni</a:t>
            </a:r>
            <a:endParaRPr lang="de-AT" dirty="0"/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A9942C8F-0B23-9ECE-776B-ADAAE6DA2B7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3" name="Bildplatzhalter 22">
            <a:extLst>
              <a:ext uri="{FF2B5EF4-FFF2-40B4-BE49-F238E27FC236}">
                <a16:creationId xmlns:a16="http://schemas.microsoft.com/office/drawing/2014/main" id="{3FE87466-C160-F1AD-E4DD-BEF6683C3C9C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5E6958E5-1C22-E1E7-BA14-919AF49225A5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B3694C0-1B86-E32A-C448-327B4D593C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426" y="1816100"/>
            <a:ext cx="4171395" cy="1584325"/>
          </a:xfrm>
        </p:spPr>
        <p:txBody>
          <a:bodyPr/>
          <a:lstStyle/>
          <a:p>
            <a:r>
              <a:rPr lang="de-AT" dirty="0"/>
              <a:t>Vorname Nachname</a:t>
            </a:r>
          </a:p>
          <a:p>
            <a:endParaRPr lang="de-AT" dirty="0"/>
          </a:p>
          <a:p>
            <a:r>
              <a:rPr lang="de-AT" dirty="0"/>
              <a:t>Stabsstelle Universitäre Entwicklung und Steuerung</a:t>
            </a:r>
          </a:p>
          <a:p>
            <a:r>
              <a:rPr lang="de-AT" dirty="0"/>
              <a:t>Veterinärmedizinische Universität Wien</a:t>
            </a:r>
          </a:p>
          <a:p>
            <a:endParaRPr lang="de-AT" dirty="0"/>
          </a:p>
          <a:p>
            <a:r>
              <a:rPr lang="de-AT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33753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vetmeduni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AF2144"/>
      </a:accent1>
      <a:accent2>
        <a:srgbClr val="BA6044"/>
      </a:accent2>
      <a:accent3>
        <a:srgbClr val="757575"/>
      </a:accent3>
      <a:accent4>
        <a:srgbClr val="286E53"/>
      </a:accent4>
      <a:accent5>
        <a:srgbClr val="5F5F5F"/>
      </a:accent5>
      <a:accent6>
        <a:srgbClr val="4D4D4D"/>
      </a:accent6>
      <a:hlink>
        <a:srgbClr val="000000"/>
      </a:hlink>
      <a:folHlink>
        <a:srgbClr val="75757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Vorlage_DE.potx  -  Schreibgeschützt" id="{F39FCE12-05F9-4431-BA96-69E08DBD9761}" vid="{61813EC5-C2DD-4933-84DA-A4E4A67D649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066da75b-a05a-4867-8689-f33f8d0a18cc" ContentTypeId="0x010100DFCC7BF08E836541A615029B10C2E6C10D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Vetmed Dokument (typisiert)" ma:contentTypeID="0x010100DFCC7BF08E836541A615029B10C2E6C10D00A8857EE729197F48B0CC298715C54A78" ma:contentTypeVersion="20" ma:contentTypeDescription="" ma:contentTypeScope="" ma:versionID="0f793b23d6faf960fcc1f8d744cda377">
  <xsd:schema xmlns:xsd="http://www.w3.org/2001/XMLSchema" xmlns:xs="http://www.w3.org/2001/XMLSchema" xmlns:p="http://schemas.microsoft.com/office/2006/metadata/properties" xmlns:ns2="d5d50e20-a0d2-450d-88c7-2e44e1566d79" xmlns:ns3="8a635c72-4f83-4280-8f7e-835d402fc610" xmlns:ns4="f1facc9a-0b9d-424b-b3b8-3a442b2f0fe9" targetNamespace="http://schemas.microsoft.com/office/2006/metadata/properties" ma:root="true" ma:fieldsID="65b2cd22da4054861d5719d091efa5bb" ns2:_="" ns3:_="" ns4:_="">
    <xsd:import namespace="d5d50e20-a0d2-450d-88c7-2e44e1566d79"/>
    <xsd:import namespace="8a635c72-4f83-4280-8f7e-835d402fc610"/>
    <xsd:import namespace="f1facc9a-0b9d-424b-b3b8-3a442b2f0fe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axKeywordTaxHTField" minOccurs="0"/>
                <xsd:element ref="ns3:TaxCatchAll" minOccurs="0"/>
                <xsd:element ref="ns3:TaxCatchAllLabel" minOccurs="0"/>
                <xsd:element ref="ns2:mc3252a53f3746cd84b73e809bc279a6" minOccurs="0"/>
                <xsd:element ref="ns4:Anmerkungen" minOccurs="0"/>
                <xsd:element ref="ns4:Hier_x0020_finden_x0020_Sie" minOccurs="0"/>
                <xsd:element ref="ns4:Kategorie" minOccurs="0"/>
                <xsd:element ref="ns2:Details" minOccurs="0"/>
                <xsd:element ref="ns4:Sei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50e20-a0d2-450d-88c7-2e44e1566d79" elementFormDefault="qualified">
    <xsd:import namespace="http://schemas.microsoft.com/office/2006/documentManagement/types"/>
    <xsd:import namespace="http://schemas.microsoft.com/office/infopath/2007/PartnerControls"/>
    <xsd:element name="_dlc_DocId" ma:index="7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8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9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mc3252a53f3746cd84b73e809bc279a6" ma:index="15" nillable="true" ma:taxonomy="true" ma:internalName="mc3252a53f3746cd84b73e809bc279a6" ma:taxonomyFieldName="Dokumententyp" ma:displayName="Dokumententyp" ma:default="3;#Allgemein|6866e575-f504-44a4-a164-b0d4384ac0cd" ma:fieldId="{6c3252a5-3f37-46cd-84b7-3e809bc279a6}" ma:sspId="066da75b-a05a-4867-8689-f33f8d0a18cc" ma:termSetId="95d2271e-3c8c-466d-9378-932433091d0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etails" ma:index="20" nillable="true" ma:displayName="Details" ma:internalName="Detail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635c72-4f83-4280-8f7e-835d402fc610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0" nillable="true" ma:taxonomy="true" ma:internalName="TaxKeywordTaxHTField" ma:taxonomyFieldName="TaxKeyword" ma:displayName="Unternehmensstichwörter" ma:fieldId="{23f27201-bee3-471e-b2e7-b64fd8b7ca38}" ma:taxonomyMulti="true" ma:sspId="066da75b-a05a-4867-8689-f33f8d0a18cc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f0cf07ab-a376-4278-ab2e-3680e128a56b}" ma:internalName="TaxCatchAll" ma:showField="CatchAllData" ma:web="61c86a03-4e48-41ac-b8ba-b32c8d2d93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" nillable="true" ma:displayName="Taxonomy Catch All Column1" ma:hidden="true" ma:list="{f0cf07ab-a376-4278-ab2e-3680e128a56b}" ma:internalName="TaxCatchAllLabel" ma:readOnly="true" ma:showField="CatchAllDataLabel" ma:web="61c86a03-4e48-41ac-b8ba-b32c8d2d93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facc9a-0b9d-424b-b3b8-3a442b2f0fe9" elementFormDefault="qualified">
    <xsd:import namespace="http://schemas.microsoft.com/office/2006/documentManagement/types"/>
    <xsd:import namespace="http://schemas.microsoft.com/office/infopath/2007/PartnerControls"/>
    <xsd:element name="Anmerkungen" ma:index="17" nillable="true" ma:displayName="Anmerkungen" ma:internalName="Anmerkungen">
      <xsd:simpleType>
        <xsd:restriction base="dms:Text">
          <xsd:maxLength value="255"/>
        </xsd:restriction>
      </xsd:simpleType>
    </xsd:element>
    <xsd:element name="Hier_x0020_finden_x0020_Sie" ma:index="18" nillable="true" ma:displayName="Hier finden Sie" ma:format="Dropdown" ma:internalName="Hier_x0020_finden_x0020_Sie">
      <xsd:simpleType>
        <xsd:restriction base="dms:Choice">
          <xsd:enumeration value="Archiv"/>
          <xsd:enumeration value="250 Jahre Logo"/>
          <xsd:enumeration value="250 Jahre E-Mail Signatur"/>
          <xsd:enumeration value="250 Jahre PowerPoint Vorlage deutsch"/>
          <xsd:enumeration value="250 Jahre PowerPoint Vorlage englisch"/>
          <xsd:enumeration value="250 Jahre Brief Vorlage"/>
          <xsd:enumeration value="Datenschutz"/>
          <xsd:enumeration value="E-Mail Signaturen"/>
          <xsd:enumeration value="Excel Vorlage"/>
          <xsd:enumeration value="Informationen"/>
          <xsd:enumeration value="Leitfäden"/>
          <xsd:enumeration value="Offizielle Logo"/>
          <xsd:enumeration value="PowerPoint Vorlagen"/>
          <xsd:enumeration value="Visitenkarten"/>
          <xsd:enumeration value="Word Vorlagen"/>
          <xsd:enumeration value="Poster"/>
          <xsd:enumeration value="Guideline 2021"/>
        </xsd:restriction>
      </xsd:simpleType>
    </xsd:element>
    <xsd:element name="Kategorie" ma:index="19" nillable="true" ma:displayName="Kategorie" ma:list="{334e31f8-6d1d-4541-a084-7f301d86891e}" ma:internalName="Kategorie" ma:showField="Title">
      <xsd:simpleType>
        <xsd:restriction base="dms:Lookup"/>
      </xsd:simpleType>
    </xsd:element>
    <xsd:element name="Seite" ma:index="21" nillable="true" ma:displayName="Seite" ma:format="Dropdown" ma:internalName="Seite">
      <xsd:simpleType>
        <xsd:union memberTypes="dms:Text">
          <xsd:simpleType>
            <xsd:restriction base="dms:Choice">
              <xsd:enumeration value="Campus Management"/>
              <xsd:enumeration value="Fahrzeugverleih"/>
              <xsd:enumeration value="Grillplatz"/>
              <xsd:enumeration value="Kaskoversicherung Dienstfahrten"/>
              <xsd:enumeration value="Materiallager"/>
              <xsd:enumeration value="Medizin-Labortechnik"/>
              <xsd:enumeration value="Raumreservierung"/>
              <xsd:enumeration value="Schlüsselverwaltung"/>
              <xsd:enumeration value="Technische Betriebsführung"/>
              <xsd:enumeration value="VeTicket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8a635c72-4f83-4280-8f7e-835d402fc610">
      <Terms xmlns="http://schemas.microsoft.com/office/infopath/2007/PartnerControls"/>
    </TaxKeywordTaxHTField>
    <Anmerkungen xmlns="f1facc9a-0b9d-424b-b3b8-3a442b2f0fe9" xsi:nil="true"/>
    <Seite xmlns="f1facc9a-0b9d-424b-b3b8-3a442b2f0fe9" xsi:nil="true"/>
    <Hier_x0020_finden_x0020_Sie xmlns="f1facc9a-0b9d-424b-b3b8-3a442b2f0fe9">PowerPoint Vorlagen</Hier_x0020_finden_x0020_Sie>
    <Details xmlns="d5d50e20-a0d2-450d-88c7-2e44e1566d79" xsi:nil="true"/>
    <mc3252a53f3746cd84b73e809bc279a6 xmlns="d5d50e20-a0d2-450d-88c7-2e44e1566d7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Allgemein</TermName>
          <TermId xmlns="http://schemas.microsoft.com/office/infopath/2007/PartnerControls">6866e575-f504-44a4-a164-b0d4384ac0cd</TermId>
        </TermInfo>
      </Terms>
    </mc3252a53f3746cd84b73e809bc279a6>
    <Kategorie xmlns="f1facc9a-0b9d-424b-b3b8-3a442b2f0fe9">2</Kategorie>
    <TaxCatchAll xmlns="8a635c72-4f83-4280-8f7e-835d402fc610">
      <Value>3</Value>
    </TaxCatchAll>
  </documentManagement>
</p:properties>
</file>

<file path=customXml/itemProps1.xml><?xml version="1.0" encoding="utf-8"?>
<ds:datastoreItem xmlns:ds="http://schemas.openxmlformats.org/officeDocument/2006/customXml" ds:itemID="{FD6BFC1B-2F9A-4B1A-B1EF-C023C86133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2B5E05-7B57-4F0B-B572-1EC3D8CB4568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2EC4382E-E969-4847-9886-0CAFD4E212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d50e20-a0d2-450d-88c7-2e44e1566d79"/>
    <ds:schemaRef ds:uri="8a635c72-4f83-4280-8f7e-835d402fc610"/>
    <ds:schemaRef ds:uri="f1facc9a-0b9d-424b-b3b8-3a442b2f0f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E04FC98-CE0D-4338-A72D-1F27139A5D74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1DB1E518-135A-4EFA-99F5-49349A24E633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f1facc9a-0b9d-424b-b3b8-3a442b2f0fe9"/>
    <ds:schemaRef ds:uri="8a635c72-4f83-4280-8f7e-835d402fc610"/>
    <ds:schemaRef ds:uri="http://schemas.microsoft.com/office/infopath/2007/PartnerControls"/>
    <ds:schemaRef ds:uri="d5d50e20-a0d2-450d-88c7-2e44e1566d7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Vorlage_DE</Template>
  <TotalTime>0</TotalTime>
  <Words>326</Words>
  <Application>Microsoft Office PowerPoint</Application>
  <PresentationFormat>Bildschirmpräsentation (16:9)</PresentationFormat>
  <Paragraphs>80</Paragraphs>
  <Slides>14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</vt:lpstr>
      <vt:lpstr>Wingdings</vt:lpstr>
      <vt:lpstr>Office</vt:lpstr>
      <vt:lpstr>Projektportfolio LV-Vorhaben 2025-2027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Statusberichte (Auszug)</vt:lpstr>
      <vt:lpstr>PowerPoint-Präsentation</vt:lpstr>
      <vt:lpstr>PowerPoint-Präsentation</vt:lpstr>
      <vt:lpstr>Danke für die Aufmerksamkeit!</vt:lpstr>
    </vt:vector>
  </TitlesOfParts>
  <Manager>vetmeduni</Manager>
  <Company>Veterinaermedizinische Universitaet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Laboureix Sabrina</dc:creator>
  <cp:keywords/>
  <cp:lastModifiedBy>Laboureix Sabrina</cp:lastModifiedBy>
  <cp:revision>136</cp:revision>
  <cp:lastPrinted>2022-11-08T11:21:54Z</cp:lastPrinted>
  <dcterms:created xsi:type="dcterms:W3CDTF">2025-07-08T09:14:08Z</dcterms:created>
  <dcterms:modified xsi:type="dcterms:W3CDTF">2026-03-10T10:46:44Z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0x010100DFCC7BF08E836541A615029B10C2E6C10D00A8857EE729197F48B0CC298715C54A78</vt:lpwstr>
  </property>
  <property fmtid="{D5CDD505-2E9C-101B-9397-08002B2CF9AE}" pid="3" name="Dokumententyp">
    <vt:lpwstr>3;#Allgemein|6866e575-f504-44a4-a164-b0d4384ac0cd</vt:lpwstr>
  </property>
  <property fmtid="{D5CDD505-2E9C-101B-9397-08002B2CF9AE}" pid="4" name="TaxKeyword">
    <vt:lpwstr/>
  </property>
</Properties>
</file>